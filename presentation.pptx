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D7B7FF-71DC-42B9-A9B6-14DA34645B50}" v="15" dt="2021-12-01T18:27:36.0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nce Bergeron" userId="11eee348a501dfed" providerId="LiveId" clId="{9BD7B7FF-71DC-42B9-A9B6-14DA34645B50}"/>
    <pc:docChg chg="custSel addSld modSld">
      <pc:chgData name="Lance Bergeron" userId="11eee348a501dfed" providerId="LiveId" clId="{9BD7B7FF-71DC-42B9-A9B6-14DA34645B50}" dt="2021-12-01T18:28:39.958" v="231" actId="403"/>
      <pc:docMkLst>
        <pc:docMk/>
      </pc:docMkLst>
      <pc:sldChg chg="addSp modSp mod">
        <pc:chgData name="Lance Bergeron" userId="11eee348a501dfed" providerId="LiveId" clId="{9BD7B7FF-71DC-42B9-A9B6-14DA34645B50}" dt="2021-12-01T18:28:39.958" v="231" actId="403"/>
        <pc:sldMkLst>
          <pc:docMk/>
          <pc:sldMk cId="3688372250" sldId="256"/>
        </pc:sldMkLst>
        <pc:spChg chg="mod">
          <ac:chgData name="Lance Bergeron" userId="11eee348a501dfed" providerId="LiveId" clId="{9BD7B7FF-71DC-42B9-A9B6-14DA34645B50}" dt="2021-12-01T18:28:39.958" v="231" actId="403"/>
          <ac:spMkLst>
            <pc:docMk/>
            <pc:sldMk cId="3688372250" sldId="256"/>
            <ac:spMk id="2" creationId="{1FC974B3-A785-47A8-802A-F1DA97D98D25}"/>
          </ac:spMkLst>
        </pc:spChg>
        <pc:spChg chg="add mod">
          <ac:chgData name="Lance Bergeron" userId="11eee348a501dfed" providerId="LiveId" clId="{9BD7B7FF-71DC-42B9-A9B6-14DA34645B50}" dt="2021-12-01T18:28:34.648" v="227" actId="403"/>
          <ac:spMkLst>
            <pc:docMk/>
            <pc:sldMk cId="3688372250" sldId="256"/>
            <ac:spMk id="4" creationId="{701BFC09-7035-44A9-AFBB-898004455568}"/>
          </ac:spMkLst>
        </pc:spChg>
      </pc:sldChg>
      <pc:sldChg chg="modSp">
        <pc:chgData name="Lance Bergeron" userId="11eee348a501dfed" providerId="LiveId" clId="{9BD7B7FF-71DC-42B9-A9B6-14DA34645B50}" dt="2021-11-29T16:07:01.055" v="189" actId="20577"/>
        <pc:sldMkLst>
          <pc:docMk/>
          <pc:sldMk cId="3039293319" sldId="257"/>
        </pc:sldMkLst>
        <pc:spChg chg="mod">
          <ac:chgData name="Lance Bergeron" userId="11eee348a501dfed" providerId="LiveId" clId="{9BD7B7FF-71DC-42B9-A9B6-14DA34645B50}" dt="2021-11-29T16:07:01.055" v="189" actId="20577"/>
          <ac:spMkLst>
            <pc:docMk/>
            <pc:sldMk cId="3039293319" sldId="257"/>
            <ac:spMk id="5" creationId="{FA92BEC2-6703-4D98-A5C6-B8B544D116F2}"/>
          </ac:spMkLst>
        </pc:spChg>
      </pc:sldChg>
      <pc:sldChg chg="addSp modSp mod">
        <pc:chgData name="Lance Bergeron" userId="11eee348a501dfed" providerId="LiveId" clId="{9BD7B7FF-71DC-42B9-A9B6-14DA34645B50}" dt="2021-11-27T21:04:26.720" v="29" actId="1076"/>
        <pc:sldMkLst>
          <pc:docMk/>
          <pc:sldMk cId="3307335725" sldId="259"/>
        </pc:sldMkLst>
        <pc:picChg chg="mod">
          <ac:chgData name="Lance Bergeron" userId="11eee348a501dfed" providerId="LiveId" clId="{9BD7B7FF-71DC-42B9-A9B6-14DA34645B50}" dt="2021-11-27T21:04:26.720" v="29" actId="1076"/>
          <ac:picMkLst>
            <pc:docMk/>
            <pc:sldMk cId="3307335725" sldId="259"/>
            <ac:picMk id="5" creationId="{2829D9B2-62FA-4821-852F-FB378116B037}"/>
          </ac:picMkLst>
        </pc:picChg>
        <pc:picChg chg="add mod">
          <ac:chgData name="Lance Bergeron" userId="11eee348a501dfed" providerId="LiveId" clId="{9BD7B7FF-71DC-42B9-A9B6-14DA34645B50}" dt="2021-11-27T21:04:23.666" v="28" actId="1076"/>
          <ac:picMkLst>
            <pc:docMk/>
            <pc:sldMk cId="3307335725" sldId="259"/>
            <ac:picMk id="7" creationId="{C8890923-649F-46FD-A1E3-B3C886D37A0E}"/>
          </ac:picMkLst>
        </pc:picChg>
      </pc:sldChg>
      <pc:sldChg chg="addSp delSp modSp new mod">
        <pc:chgData name="Lance Bergeron" userId="11eee348a501dfed" providerId="LiveId" clId="{9BD7B7FF-71DC-42B9-A9B6-14DA34645B50}" dt="2021-11-27T21:35:36.471" v="177" actId="20577"/>
        <pc:sldMkLst>
          <pc:docMk/>
          <pc:sldMk cId="2908004382" sldId="260"/>
        </pc:sldMkLst>
        <pc:spChg chg="del mod">
          <ac:chgData name="Lance Bergeron" userId="11eee348a501dfed" providerId="LiveId" clId="{9BD7B7FF-71DC-42B9-A9B6-14DA34645B50}" dt="2021-11-27T20:49:09.445" v="16" actId="478"/>
          <ac:spMkLst>
            <pc:docMk/>
            <pc:sldMk cId="2908004382" sldId="260"/>
            <ac:spMk id="3" creationId="{A6ADBD90-3D06-4AAF-93C4-1DD4D99ED608}"/>
          </ac:spMkLst>
        </pc:spChg>
        <pc:spChg chg="add del mod">
          <ac:chgData name="Lance Bergeron" userId="11eee348a501dfed" providerId="LiveId" clId="{9BD7B7FF-71DC-42B9-A9B6-14DA34645B50}" dt="2021-11-27T20:49:22.840" v="17" actId="931"/>
          <ac:spMkLst>
            <pc:docMk/>
            <pc:sldMk cId="2908004382" sldId="260"/>
            <ac:spMk id="5" creationId="{5C57EA32-EF51-46D7-A194-0BDE090EB745}"/>
          </ac:spMkLst>
        </pc:spChg>
        <pc:spChg chg="add mod">
          <ac:chgData name="Lance Bergeron" userId="11eee348a501dfed" providerId="LiveId" clId="{9BD7B7FF-71DC-42B9-A9B6-14DA34645B50}" dt="2021-11-27T21:35:36.471" v="177" actId="20577"/>
          <ac:spMkLst>
            <pc:docMk/>
            <pc:sldMk cId="2908004382" sldId="260"/>
            <ac:spMk id="8" creationId="{BF7E1012-A77B-457C-B971-03A27436A2A6}"/>
          </ac:spMkLst>
        </pc:spChg>
        <pc:spChg chg="add del mod">
          <ac:chgData name="Lance Bergeron" userId="11eee348a501dfed" providerId="LiveId" clId="{9BD7B7FF-71DC-42B9-A9B6-14DA34645B50}" dt="2021-11-27T21:34:52.824" v="113" actId="931"/>
          <ac:spMkLst>
            <pc:docMk/>
            <pc:sldMk cId="2908004382" sldId="260"/>
            <ac:spMk id="10" creationId="{A4AFDC5B-1094-4928-A8F5-9C11B2C385E1}"/>
          </ac:spMkLst>
        </pc:spChg>
        <pc:picChg chg="add del mod">
          <ac:chgData name="Lance Bergeron" userId="11eee348a501dfed" providerId="LiveId" clId="{9BD7B7FF-71DC-42B9-A9B6-14DA34645B50}" dt="2021-11-27T21:34:46.466" v="112" actId="478"/>
          <ac:picMkLst>
            <pc:docMk/>
            <pc:sldMk cId="2908004382" sldId="260"/>
            <ac:picMk id="7" creationId="{6A0BCBEC-A4AE-4D67-914A-607512E946E8}"/>
          </ac:picMkLst>
        </pc:picChg>
        <pc:picChg chg="add mod">
          <ac:chgData name="Lance Bergeron" userId="11eee348a501dfed" providerId="LiveId" clId="{9BD7B7FF-71DC-42B9-A9B6-14DA34645B50}" dt="2021-11-27T21:34:58.221" v="117" actId="14100"/>
          <ac:picMkLst>
            <pc:docMk/>
            <pc:sldMk cId="2908004382" sldId="260"/>
            <ac:picMk id="12" creationId="{7C13C5C2-A1F6-426A-952D-A52154F7D3B4}"/>
          </ac:picMkLst>
        </pc:picChg>
      </pc:sldChg>
      <pc:sldChg chg="addSp delSp modSp new mod">
        <pc:chgData name="Lance Bergeron" userId="11eee348a501dfed" providerId="LiveId" clId="{9BD7B7FF-71DC-42B9-A9B6-14DA34645B50}" dt="2021-11-29T15:39:46.711" v="187" actId="27614"/>
        <pc:sldMkLst>
          <pc:docMk/>
          <pc:sldMk cId="3406290471" sldId="261"/>
        </pc:sldMkLst>
        <pc:spChg chg="mod">
          <ac:chgData name="Lance Bergeron" userId="11eee348a501dfed" providerId="LiveId" clId="{9BD7B7FF-71DC-42B9-A9B6-14DA34645B50}" dt="2021-11-29T15:36:39.926" v="184" actId="20577"/>
          <ac:spMkLst>
            <pc:docMk/>
            <pc:sldMk cId="3406290471" sldId="261"/>
            <ac:spMk id="2" creationId="{C393BF1D-311E-41D1-B103-1159F08883C4}"/>
          </ac:spMkLst>
        </pc:spChg>
        <pc:spChg chg="del">
          <ac:chgData name="Lance Bergeron" userId="11eee348a501dfed" providerId="LiveId" clId="{9BD7B7FF-71DC-42B9-A9B6-14DA34645B50}" dt="2021-11-29T15:39:43.134" v="185" actId="931"/>
          <ac:spMkLst>
            <pc:docMk/>
            <pc:sldMk cId="3406290471" sldId="261"/>
            <ac:spMk id="3" creationId="{8F6791AF-A738-4DCC-9FF2-9CF407D2A359}"/>
          </ac:spMkLst>
        </pc:spChg>
        <pc:picChg chg="add mod">
          <ac:chgData name="Lance Bergeron" userId="11eee348a501dfed" providerId="LiveId" clId="{9BD7B7FF-71DC-42B9-A9B6-14DA34645B50}" dt="2021-11-29T15:39:46.711" v="187" actId="27614"/>
          <ac:picMkLst>
            <pc:docMk/>
            <pc:sldMk cId="3406290471" sldId="261"/>
            <ac:picMk id="5" creationId="{8DA60028-FB51-491B-BF83-A032428EDF5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B635A-4B61-4845-A208-FFC79B4FB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00F48-FB25-4C5E-BE7E-DA7CF7AEB3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70830-D1D9-4966-B023-932D4CF9B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3B35-4AE4-4617-A6F4-FD03830E67DB}" type="datetimeFigureOut">
              <a:rPr lang="en-US" smtClean="0"/>
              <a:t>12/1/21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AE141-0193-4A20-B5AC-04B7D70D1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D2143-46D1-492B-8AE6-DFACDF3CE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06E4-58E3-4801-95EE-E2AAA0C58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393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8406B-3C48-4549-B078-E9DECB649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FD1E1-6746-421F-A8A4-62874B3DB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E9F9F-2B36-4A3B-9A14-6C97F7495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3B35-4AE4-4617-A6F4-FD03830E67DB}" type="datetimeFigureOut">
              <a:rPr lang="en-US" smtClean="0"/>
              <a:t>12/1/21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498AE-9A3D-4568-8579-96E81C73A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7A9FF-3FB6-4381-AF29-260EA51CC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06E4-58E3-4801-95EE-E2AAA0C58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94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7F5D-8257-45D0-B480-368E0DC4E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13E24-04F9-4626-A074-1AB66C660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48F97-0865-4098-8B5A-04E1554AE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3B35-4AE4-4617-A6F4-FD03830E67DB}" type="datetimeFigureOut">
              <a:rPr lang="en-US" smtClean="0"/>
              <a:t>12/1/21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8AB3F-ACF8-4919-8838-E76040B3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509CE-9FD6-411B-AB9B-7F115653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06E4-58E3-4801-95EE-E2AAA0C58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223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C7A4-BA5B-4444-977E-7B655B50C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8F9AC-A137-4E5E-99F7-36A27E1AE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5FFC00-3248-4F3E-9AC4-BD77C2DB8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4CFBF-CF85-4F0D-B9D8-593CFA121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3B35-4AE4-4617-A6F4-FD03830E67DB}" type="datetimeFigureOut">
              <a:rPr lang="en-US" smtClean="0"/>
              <a:t>12/1/21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35DC8-EDBE-41EC-A791-90CA4331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46B57-B01F-42A1-B628-85A6FF383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06E4-58E3-4801-95EE-E2AAA0C58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160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1018F-43D5-4206-A54B-79A8748D4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CEBB3-0160-4243-B332-3E8B3C06B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3D48B-48EF-451D-A4B9-7B426785F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A38962-B1A2-4306-875B-9B1A7D4D43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D1E102-F43D-4A76-AF9D-D4462C1C4D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862521-B7B3-4B72-BD18-4DA26AD4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3B35-4AE4-4617-A6F4-FD03830E67DB}" type="datetimeFigureOut">
              <a:rPr lang="en-US" smtClean="0"/>
              <a:t>12/1/21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21A8B1-4865-4C2B-853D-5CC7107BF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CC014E-53EE-4299-8678-F70B6A02A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06E4-58E3-4801-95EE-E2AAA0C58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60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A0A9C-BC27-4450-AD4D-41F644DB6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E0660D-7CB3-4A04-8E09-D44082FE4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3B35-4AE4-4617-A6F4-FD03830E67DB}" type="datetimeFigureOut">
              <a:rPr lang="en-US" smtClean="0"/>
              <a:t>12/1/21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9644B-4676-4D97-AD4F-67D115929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9115D-7ADE-4716-94EE-6C356C5C5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06E4-58E3-4801-95EE-E2AAA0C58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6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B3683-447A-424E-9C34-C389D7A35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3B35-4AE4-4617-A6F4-FD03830E67DB}" type="datetimeFigureOut">
              <a:rPr lang="en-US" smtClean="0"/>
              <a:t>12/1/21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6E4C0A-6387-4EB8-A36C-DF05606CB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7C72F-1DD6-4CC4-9D1E-14851FB4D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06E4-58E3-4801-95EE-E2AAA0C58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62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E862B-ABFA-46EB-999F-C45A1CA60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F8D2C-3017-4AE6-9465-3010E2A04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C4F48D-80A5-43A8-8838-21BC097EA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80E2D-5C12-4D0A-8315-0E2FA0100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3B35-4AE4-4617-A6F4-FD03830E67DB}" type="datetimeFigureOut">
              <a:rPr lang="en-US" smtClean="0"/>
              <a:t>12/1/21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8E6E9-3122-45BF-947A-BE0F65597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3B5BF-7A1A-44BD-A1D9-8CE4C6FCC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06E4-58E3-4801-95EE-E2AAA0C58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8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CE8C4-F2DB-4A7E-BC8D-3AF64F00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F310AA-7B4C-4B65-8729-C39EF059AD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B5689C-D4C7-4CA4-814C-32D5B74C2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80C02-172F-4D5B-BA8A-B74CDCAEC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3B35-4AE4-4617-A6F4-FD03830E67DB}" type="datetimeFigureOut">
              <a:rPr lang="en-US" smtClean="0"/>
              <a:t>12/1/21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1FE23A-B1A4-46AF-8820-6DE63D9B0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5A22B-5038-4E00-A251-8F95650E6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06E4-58E3-4801-95EE-E2AAA0C58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99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98C2-819F-487A-A23B-59A60DAED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981D6-201E-41AA-9ABE-81F5F99CA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781E2-8352-496F-8E6B-69C9F7DAB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3B35-4AE4-4617-A6F4-FD03830E67DB}" type="datetimeFigureOut">
              <a:rPr lang="en-US" smtClean="0"/>
              <a:t>12/1/21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DFF9D-098D-4893-B2EB-B817FC244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D8CF2-3B70-49C2-8EDA-CE371044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06E4-58E3-4801-95EE-E2AAA0C58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75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99E941-370E-451C-A475-F953D6D885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588904-B488-4F0D-B6CE-3A5ADF01E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A836A-C0C7-472C-933B-A09EBA39E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3B35-4AE4-4617-A6F4-FD03830E67DB}" type="datetimeFigureOut">
              <a:rPr lang="en-US" smtClean="0"/>
              <a:t>12/1/21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47587-3474-437C-AF52-EEEA47D66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34FC8-2208-468F-8165-683D5D9AE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06E4-58E3-4801-95EE-E2AAA0C58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46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6208F1-1D23-47EE-B001-C8519B88F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82CB1-6CB7-46A7-91D9-1179F4490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F6AF8-FD8A-4956-81E5-E50E73BA0F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D3B35-4AE4-4617-A6F4-FD03830E67DB}" type="datetimeFigureOut">
              <a:rPr lang="en-US" smtClean="0"/>
              <a:t>12/1/21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6945F-E3C5-47B9-AFCE-DD7600951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75538-582C-44FB-BE53-EADB9E275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B06E4-58E3-4801-95EE-E2AAA0C58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67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F4A68B-6B66-40D2-AB91-AD08FE3CBB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Isaac Newton | Biography, Facts, Discoveries, Laws, &amp;amp; Inventions |  Britannica">
            <a:extLst>
              <a:ext uri="{FF2B5EF4-FFF2-40B4-BE49-F238E27FC236}">
                <a16:creationId xmlns:a16="http://schemas.microsoft.com/office/drawing/2014/main" id="{5EEA33BA-2BF1-4D9C-8FF9-8AC7349C6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1098"/>
            <a:ext cx="12373681" cy="6960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C974B3-A785-47A8-802A-F1DA97D98D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800" b="1" dirty="0">
                <a:ln>
                  <a:solidFill>
                    <a:schemeClr val="bg1"/>
                  </a:solidFill>
                </a:ln>
                <a:latin typeface="+mn-lt"/>
              </a:rPr>
              <a:t>Newton’s Fractals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1BFC09-7035-44A9-AFBB-898004455568}"/>
              </a:ext>
            </a:extLst>
          </p:cNvPr>
          <p:cNvSpPr txBox="1"/>
          <p:nvPr/>
        </p:nvSpPr>
        <p:spPr>
          <a:xfrm>
            <a:off x="4074850" y="4820575"/>
            <a:ext cx="4421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n>
                  <a:solidFill>
                    <a:schemeClr val="bg1"/>
                  </a:solidFill>
                </a:ln>
                <a:latin typeface="+mn-lt"/>
              </a:rPr>
              <a:t>Lance Bergeron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88372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2C1BF-C658-4A45-B77D-146D9D947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Iteration (Newton’s Method)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92BEC2-6703-4D98-A5C6-B8B544D116F2}"/>
                  </a:ext>
                </a:extLst>
              </p:cNvPr>
              <p:cNvSpPr txBox="1"/>
              <p:nvPr/>
            </p:nvSpPr>
            <p:spPr>
              <a:xfrm>
                <a:off x="2769833" y="2290439"/>
                <a:ext cx="5805996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92BEC2-6703-4D98-A5C6-B8B544D11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9833" y="2290439"/>
                <a:ext cx="5805996" cy="6690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9293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3C19F-9D8F-4DA8-9DE8-2EBDC2C16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38F4789-D65E-461A-AB94-94BFCFEBB0AE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378897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0" imgH="0" progId="AcroExch.Document.DC">
                  <p:embed/>
                </p:oleObj>
              </mc:Choice>
              <mc:Fallback>
                <p:oleObj name="Acrobat Document" r:id="rId2" imgW="0" imgH="0" progId="AcroExch.Document.DC">
                  <p:embed/>
                  <p:pic>
                    <p:nvPicPr>
                      <p:cNvPr id="6" name="Content Placeholder 5">
                        <a:extLst>
                          <a:ext uri="{FF2B5EF4-FFF2-40B4-BE49-F238E27FC236}">
                            <a16:creationId xmlns:a16="http://schemas.microsoft.com/office/drawing/2014/main" id="{038F4789-D65E-461A-AB94-94BFCFEBB0AE}"/>
                          </a:ext>
                        </a:extLst>
                      </p:cNvPr>
                      <p:cNvPicPr/>
                      <p:nvPr/>
                    </p:nvPicPr>
                    <p:blipFill/>
                    <p:spPr>
                      <a:xfrm>
                        <a:off x="838200" y="1825625"/>
                        <a:ext cx="10515600" cy="4351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 descr="Chart&#10;&#10;Description automatically generated">
            <a:extLst>
              <a:ext uri="{FF2B5EF4-FFF2-40B4-BE49-F238E27FC236}">
                <a16:creationId xmlns:a16="http://schemas.microsoft.com/office/drawing/2014/main" id="{B6ECB936-9664-4341-8438-649312DB0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790" y="377190"/>
            <a:ext cx="7932420" cy="610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79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F92E5-9CF0-4308-8093-07251FB59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Chart&#10;&#10;Description automatically generated">
            <a:extLst>
              <a:ext uri="{FF2B5EF4-FFF2-40B4-BE49-F238E27FC236}">
                <a16:creationId xmlns:a16="http://schemas.microsoft.com/office/drawing/2014/main" id="{2829D9B2-62FA-4821-852F-FB378116B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408" y="130374"/>
            <a:ext cx="8624417" cy="6791601"/>
          </a:xfrm>
        </p:spPr>
      </p:pic>
      <p:pic>
        <p:nvPicPr>
          <p:cNvPr id="7" name="Picture 6" descr="A picture containing hat, headdress&#10;&#10;Description automatically generated">
            <a:extLst>
              <a:ext uri="{FF2B5EF4-FFF2-40B4-BE49-F238E27FC236}">
                <a16:creationId xmlns:a16="http://schemas.microsoft.com/office/drawing/2014/main" id="{C8890923-649F-46FD-A1E3-B3C886D37A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76" y="365125"/>
            <a:ext cx="2579182" cy="281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335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577EB-B6C0-4EFB-A9FC-E2815E6B5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7E1012-A77B-457C-B971-03A27436A2A6}"/>
              </a:ext>
            </a:extLst>
          </p:cNvPr>
          <p:cNvSpPr txBox="1"/>
          <p:nvPr/>
        </p:nvSpPr>
        <p:spPr>
          <a:xfrm>
            <a:off x="1482571" y="3846267"/>
            <a:ext cx="6365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smallTest</a:t>
            </a:r>
            <a:r>
              <a:rPr lang="en-US" dirty="0"/>
              <a:t> – 3</a:t>
            </a:r>
            <a:r>
              <a:rPr lang="en-US" baseline="30000" dirty="0"/>
              <a:t>rd</a:t>
            </a:r>
            <a:r>
              <a:rPr lang="en-US" dirty="0"/>
              <a:t> order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bigTest</a:t>
            </a:r>
            <a:r>
              <a:rPr lang="en-US" dirty="0"/>
              <a:t>     – 7</a:t>
            </a:r>
            <a:r>
              <a:rPr lang="en-US" baseline="30000" dirty="0"/>
              <a:t>th</a:t>
            </a:r>
            <a:r>
              <a:rPr lang="en-US" dirty="0"/>
              <a:t> order</a:t>
            </a:r>
          </a:p>
          <a:p>
            <a:pPr marL="285750" indent="-285750">
              <a:buFontTx/>
              <a:buChar char="-"/>
            </a:pPr>
            <a:r>
              <a:rPr lang="en-US" dirty="0"/>
              <a:t>bigTest2   – 12</a:t>
            </a:r>
            <a:r>
              <a:rPr lang="en-US" baseline="30000" dirty="0"/>
              <a:t>th</a:t>
            </a:r>
            <a:r>
              <a:rPr lang="en-US" dirty="0"/>
              <a:t> order</a:t>
            </a:r>
          </a:p>
          <a:p>
            <a:pPr marL="285750" indent="-285750">
              <a:buFontTx/>
              <a:buChar char="-"/>
            </a:pPr>
            <a:r>
              <a:rPr lang="en-US"/>
              <a:t>bigTest3   – </a:t>
            </a:r>
            <a:r>
              <a:rPr lang="en-US" dirty="0"/>
              <a:t>30</a:t>
            </a:r>
            <a:r>
              <a:rPr lang="en-US" baseline="30000" dirty="0"/>
              <a:t>th</a:t>
            </a:r>
            <a:r>
              <a:rPr lang="en-US" dirty="0"/>
              <a:t> order</a:t>
            </a:r>
          </a:p>
        </p:txBody>
      </p:sp>
      <p:pic>
        <p:nvPicPr>
          <p:cNvPr id="12" name="Content Placeholder 11" descr="A picture containing text&#10;&#10;Description automatically generated">
            <a:extLst>
              <a:ext uri="{FF2B5EF4-FFF2-40B4-BE49-F238E27FC236}">
                <a16:creationId xmlns:a16="http://schemas.microsoft.com/office/drawing/2014/main" id="{7C13C5C2-A1F6-426A-952D-A52154F7D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224" y="2196976"/>
            <a:ext cx="8865723" cy="1358385"/>
          </a:xfrm>
        </p:spPr>
      </p:pic>
    </p:spTree>
    <p:extLst>
      <p:ext uri="{BB962C8B-B14F-4D97-AF65-F5344CB8AC3E}">
        <p14:creationId xmlns:p14="http://schemas.microsoft.com/office/powerpoint/2010/main" val="2908004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3BF1D-311E-41D1-B103-1159F088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L1 Norm</a:t>
            </a:r>
          </a:p>
        </p:txBody>
      </p:sp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8DA60028-FB51-491B-BF83-A032428EDF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576" y="1690688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3406290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33</Words>
  <Application>Microsoft Office PowerPoint</Application>
  <PresentationFormat>Widescreen</PresentationFormat>
  <Paragraphs>9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Acrobat Document</vt:lpstr>
      <vt:lpstr>Newton’s Fractals</vt:lpstr>
      <vt:lpstr>Newton’s Iteration (Newton’s Method)</vt:lpstr>
      <vt:lpstr>PowerPoint Presentation</vt:lpstr>
      <vt:lpstr>PowerPoint Presentation</vt:lpstr>
      <vt:lpstr>PowerPoint Presentation</vt:lpstr>
      <vt:lpstr>L1 Norm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Newton’s Fractals</dc:title>
  <dc:creator>Lance Bergeron</dc:creator>
  <cp:lastModifiedBy>Lance Bergeron</cp:lastModifiedBy>
  <cp:revision>1</cp:revision>
  <dcterms:created xsi:type="dcterms:W3CDTF">2021-11-27T20:27:55Z</dcterms:created>
  <dcterms:modified xsi:type="dcterms:W3CDTF">2021-12-01T18:28:46Z</dcterms:modified>
</cp:coreProperties>
</file>